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752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C"/>
          </a:solidFill>
          <a:ln w="12700">
            <a:solidFill>
              <a:srgbClr val="F6FAF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5C">
              <a:alpha val="90000"/>
            </a:srgbClr>
          </a:solidFill>
          <a:ln w="12700">
            <a:solidFill>
              <a:srgbClr val="0B3D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4983480" y="5669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300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00600" y="438912"/>
            <a:ext cx="2560320" cy="566928"/>
          </a:xfrm>
          <a:prstGeom prst="roundRect">
            <a:avLst>
              <a:gd name="adj" fmla="val 29032"/>
            </a:avLst>
          </a:prstGeom>
          <a:solidFill>
            <a:srgbClr val="F6FAFC">
              <a:alpha val="0"/>
            </a:srgbClr>
          </a:solidFill>
          <a:ln w="13970">
            <a:solidFill>
              <a:srgbClr val="0B3D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2331720" y="1874520"/>
            <a:ext cx="7543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B3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b="1" dirty="0">
                <a:solidFill>
                  <a:srgbClr val="0B3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520440" y="431596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KPI Dashboard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6199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 Nurina Damia Adzrin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C"/>
          </a:solidFill>
          <a:ln w="12700">
            <a:solidFill>
              <a:srgbClr val="F6FAF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5C">
              <a:alpha val="90000"/>
            </a:srgbClr>
          </a:solidFill>
          <a:ln w="12700">
            <a:solidFill>
              <a:srgbClr val="0B3D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KPI Dashboard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23544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Assessment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Scope and Assessment Focus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full-stack sales dashboard reviewed for correctness, forecasting and action-oriented insight.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1874520" cy="475488"/>
          </a:xfrm>
          <a:prstGeom prst="rect">
            <a:avLst/>
          </a:prstGeom>
          <a:solidFill>
            <a:srgbClr val="0B3D5C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850392" y="2130552"/>
            <a:ext cx="17282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2651760" y="2057400"/>
            <a:ext cx="4709160" cy="475488"/>
          </a:xfrm>
          <a:prstGeom prst="rect">
            <a:avLst/>
          </a:prstGeom>
          <a:solidFill>
            <a:srgbClr val="0B3D5C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2724912" y="2130552"/>
            <a:ext cx="45628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delivered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777240" y="2532888"/>
            <a:ext cx="1874520" cy="475488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850392" y="2606040"/>
            <a:ext cx="17282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- Bugs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651760" y="2532888"/>
            <a:ext cx="4709160" cy="475488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2724912" y="2606040"/>
            <a:ext cx="45628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five KPI correctness bugs in backend calculation logic.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77240" y="3008376"/>
            <a:ext cx="187452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850392" y="3081528"/>
            <a:ext cx="17282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 - Enhancement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651760" y="3008376"/>
            <a:ext cx="470916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2724912" y="3081528"/>
            <a:ext cx="45628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Pace to Target forecast panel and API endpoint.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77240" y="3483864"/>
            <a:ext cx="1874520" cy="475488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850392" y="3557016"/>
            <a:ext cx="17282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C - Innovation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651760" y="3483864"/>
            <a:ext cx="4709160" cy="475488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2724912" y="3557016"/>
            <a:ext cx="45628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Revenue Recovery Advisor to convert risk into an action plan.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77240" y="3959352"/>
            <a:ext cx="187452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850392" y="4032504"/>
            <a:ext cx="17282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D - Presentation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651760" y="3959352"/>
            <a:ext cx="470916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2724912" y="4032504"/>
            <a:ext cx="45628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a concise deck covering findings, fixes, testing and AI-assisted workflow.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7726680" y="2057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7726680" y="24231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36992" y="242316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frontend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26680" y="27249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36992" y="2724912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26680" y="30266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36992" y="302666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16 database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26680" y="33284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36992" y="332841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runtime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26680" y="36301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36992" y="363016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Code through WSL2 Ubuntu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26680" y="4160520"/>
            <a:ext cx="310896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7726680" y="43891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VERIFICATION LINKS</a:t>
            </a:r>
            <a:endParaRPr lang="en-US" sz="770" dirty="0"/>
          </a:p>
        </p:txBody>
      </p:sp>
      <p:sp>
        <p:nvSpPr>
          <p:cNvPr id="41" name="Text 39"/>
          <p:cNvSpPr/>
          <p:nvPr/>
        </p:nvSpPr>
        <p:spPr>
          <a:xfrm>
            <a:off x="7726680" y="47365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7936992" y="4736592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Dashboard: localhost:5173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7726680" y="50292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7936992" y="5029200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docs: localhost:8010/docs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7726680" y="53218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7936992" y="5321808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Pace API: /api/pace-to-target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7726680" y="56144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7936992" y="5614416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 API: /api/recovery-advisor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C"/>
          </a:solidFill>
          <a:ln w="12700">
            <a:solidFill>
              <a:srgbClr val="F6FAF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5C">
              <a:alpha val="90000"/>
            </a:srgbClr>
          </a:solidFill>
          <a:ln w="12700">
            <a:solidFill>
              <a:srgbClr val="0B3D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- Correctness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23544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Assessment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A: Five KPI Bugs Fixed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issue was not the UI; the backend returned incorrect KPI calculations.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1920240" cy="438912"/>
          </a:xfrm>
          <a:prstGeom prst="rect">
            <a:avLst/>
          </a:prstGeom>
          <a:solidFill>
            <a:srgbClr val="0B3D5C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804672" y="19476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1760" y="1874520"/>
            <a:ext cx="2423160" cy="438912"/>
          </a:xfrm>
          <a:prstGeom prst="rect">
            <a:avLst/>
          </a:prstGeom>
          <a:solidFill>
            <a:srgbClr val="0B3D5C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2724912" y="194767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74920" y="1874520"/>
            <a:ext cx="2697480" cy="438912"/>
          </a:xfrm>
          <a:prstGeom prst="rect">
            <a:avLst/>
          </a:prstGeom>
          <a:solidFill>
            <a:srgbClr val="0B3D5C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 dirty="0"/>
          </a:p>
        </p:txBody>
      </p:sp>
      <p:sp>
        <p:nvSpPr>
          <p:cNvPr id="13" name="Text 11"/>
          <p:cNvSpPr/>
          <p:nvPr/>
        </p:nvSpPr>
        <p:spPr>
          <a:xfrm>
            <a:off x="5148072" y="194767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2313432"/>
            <a:ext cx="1920240" cy="438912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804672" y="2386584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Category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2651760" y="2313432"/>
            <a:ext cx="2423160" cy="438912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2724912" y="2386584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Subtotal overwritten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5074920" y="2313432"/>
            <a:ext cx="2697480" cy="438912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5148072" y="23865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Accumulate revenue by category.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31520" y="2752344"/>
            <a:ext cx="192024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804672" y="2825496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shown as In-store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2651760" y="2752344"/>
            <a:ext cx="24231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2724912" y="2825496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Substring matching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074920" y="2752344"/>
            <a:ext cx="2697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5148072" y="2825496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exact channel matching.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731520" y="3191256"/>
            <a:ext cx="1920240" cy="438912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804672" y="326440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Attainment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2651760" y="3191256"/>
            <a:ext cx="2423160" cy="438912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7"/>
          <p:cNvSpPr/>
          <p:nvPr/>
        </p:nvSpPr>
        <p:spPr>
          <a:xfrm>
            <a:off x="2724912" y="32644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order count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074920" y="3191256"/>
            <a:ext cx="2697480" cy="438912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5148072" y="3264408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Divide revenue by monthly target.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731520" y="3630168"/>
            <a:ext cx="192024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Text 31"/>
          <p:cNvSpPr/>
          <p:nvPr/>
        </p:nvSpPr>
        <p:spPr>
          <a:xfrm>
            <a:off x="804672" y="370332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Refunded sales included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2651760" y="3630168"/>
            <a:ext cx="24231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Text 33"/>
          <p:cNvSpPr/>
          <p:nvPr/>
        </p:nvSpPr>
        <p:spPr>
          <a:xfrm>
            <a:off x="2724912" y="370332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status filtering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5074920" y="3630168"/>
            <a:ext cx="26974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" name="Text 35"/>
          <p:cNvSpPr/>
          <p:nvPr/>
        </p:nvSpPr>
        <p:spPr>
          <a:xfrm>
            <a:off x="5148072" y="3703320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completed sales only.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731520" y="4069080"/>
            <a:ext cx="1920240" cy="438912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Text 37"/>
          <p:cNvSpPr/>
          <p:nvPr/>
        </p:nvSpPr>
        <p:spPr>
          <a:xfrm>
            <a:off x="804672" y="414223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 calculation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2651760" y="4069080"/>
            <a:ext cx="2423160" cy="438912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" name="Text 39"/>
          <p:cNvSpPr/>
          <p:nvPr/>
        </p:nvSpPr>
        <p:spPr>
          <a:xfrm>
            <a:off x="2724912" y="414223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Percent treated as RM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5074920" y="4069080"/>
            <a:ext cx="2697480" cy="438912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Text 41"/>
          <p:cNvSpPr/>
          <p:nvPr/>
        </p:nvSpPr>
        <p:spPr>
          <a:xfrm>
            <a:off x="5148072" y="414223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discount to gross revenue.</a:t>
            </a:r>
            <a:endParaRPr lang="en-US" sz="830" dirty="0"/>
          </a:p>
        </p:txBody>
      </p:sp>
      <p:sp>
        <p:nvSpPr>
          <p:cNvPr id="44" name="Text 42"/>
          <p:cNvSpPr/>
          <p:nvPr/>
        </p:nvSpPr>
        <p:spPr>
          <a:xfrm>
            <a:off x="8229600" y="1993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REVENUE AFTER FIXES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8229600" y="22037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 4,792.70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229600" y="28163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AFTER FIXES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8229600" y="30266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229600" y="3639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ATTAINMENT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8229600" y="38496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67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47.9%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229600" y="4462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REVENUE FIXED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8229600" y="46725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 1,658.70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C"/>
          </a:solidFill>
          <a:ln w="12700">
            <a:solidFill>
              <a:srgbClr val="F6FAF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5C">
              <a:alpha val="90000"/>
            </a:srgbClr>
          </a:solidFill>
          <a:ln w="12700">
            <a:solidFill>
              <a:srgbClr val="0B3D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- Debugging Evidence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23544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Assessment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and After Evidence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corrected output was verified through dashboard screenshots and API values.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1801368"/>
            <a:ext cx="5312664" cy="3099816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016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9" name="Image 0" descr="/mnt/data/DEBUG 1.png"/>
          <p:cNvPicPr>
            <a:picLocks noChangeAspect="1"/>
          </p:cNvPicPr>
          <p:nvPr/>
        </p:nvPicPr>
        <p:blipFill>
          <a:blip r:embed="rId3"/>
          <a:srcRect t="2" b="2"/>
          <a:stretch/>
        </p:blipFill>
        <p:spPr>
          <a:xfrm>
            <a:off x="777240" y="1828800"/>
            <a:ext cx="5257800" cy="30449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81928" y="1801368"/>
            <a:ext cx="5038344" cy="2569464"/>
          </a:xfrm>
          <a:prstGeom prst="roundRect">
            <a:avLst>
              <a:gd name="adj" fmla="val 4270"/>
            </a:avLst>
          </a:prstGeom>
          <a:solidFill>
            <a:srgbClr val="FFFFFF"/>
          </a:solidFill>
          <a:ln w="1016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1" name="Image 1" descr="/mnt/data/DEBUG 2.png"/>
          <p:cNvPicPr>
            <a:picLocks noChangeAspect="1"/>
          </p:cNvPicPr>
          <p:nvPr/>
        </p:nvPicPr>
        <p:blipFill>
          <a:blip r:embed="rId4"/>
          <a:srcRect t="121" b="121"/>
          <a:stretch/>
        </p:blipFill>
        <p:spPr>
          <a:xfrm>
            <a:off x="6309360" y="1828800"/>
            <a:ext cx="4983480" cy="2514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50749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totals now accumulate correctly, and July target attainment moved from 12,635% to 47.9%.</a:t>
            </a:r>
            <a:endParaRPr lang="en-US" sz="1120" dirty="0"/>
          </a:p>
        </p:txBody>
      </p:sp>
      <p:sp>
        <p:nvSpPr>
          <p:cNvPr id="13" name="Text 9"/>
          <p:cNvSpPr/>
          <p:nvPr/>
        </p:nvSpPr>
        <p:spPr>
          <a:xfrm>
            <a:off x="6355080" y="457200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filter now places revenue under Online, while In-store shows RM0.00 for the selected online channel.</a:t>
            </a:r>
            <a:endParaRPr lang="en-US" sz="1120" dirty="0"/>
          </a:p>
        </p:txBody>
      </p:sp>
      <p:sp>
        <p:nvSpPr>
          <p:cNvPr id="14" name="Text 10"/>
          <p:cNvSpPr/>
          <p:nvPr/>
        </p:nvSpPr>
        <p:spPr>
          <a:xfrm>
            <a:off x="868680" y="5870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file: backend/db.py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C"/>
          </a:solidFill>
          <a:ln w="12700">
            <a:solidFill>
              <a:srgbClr val="F6FAF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5C">
              <a:alpha val="90000"/>
            </a:srgbClr>
          </a:solidFill>
          <a:ln w="12700">
            <a:solidFill>
              <a:srgbClr val="0B3D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 - Enhancement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23544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Assessment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Pace to Target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Forecasts whether the selected month is likely to hit the monthly target.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1709928"/>
            <a:ext cx="6272784" cy="3300984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1016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9" name="Image 0" descr="/mnt/data/Sales KPI Dashboard(New Function).png"/>
          <p:cNvPicPr>
            <a:picLocks noChangeAspect="1"/>
          </p:cNvPicPr>
          <p:nvPr/>
        </p:nvPicPr>
        <p:blipFill>
          <a:blip r:embed="rId3"/>
          <a:srcRect l="113" r="113"/>
          <a:stretch/>
        </p:blipFill>
        <p:spPr>
          <a:xfrm>
            <a:off x="777240" y="1737360"/>
            <a:ext cx="6217920" cy="3246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52360" y="18288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DISPLAYED METRICS</a:t>
            </a:r>
            <a:endParaRPr lang="en-US" sz="770" dirty="0"/>
          </a:p>
        </p:txBody>
      </p:sp>
      <p:sp>
        <p:nvSpPr>
          <p:cNvPr id="11" name="Text 8"/>
          <p:cNvSpPr/>
          <p:nvPr/>
        </p:nvSpPr>
        <p:spPr>
          <a:xfrm>
            <a:off x="7452360" y="21762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62672" y="2176272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Month-to-date revenue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452360" y="24963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662672" y="2496312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elapsed / days in month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452360" y="28163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662672" y="2816352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Projected month-end revenue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452360" y="31363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662672" y="3136392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target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452360" y="34564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662672" y="3456432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Pace variance vs target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452360" y="3931920"/>
            <a:ext cx="356616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19"/>
          <p:cNvSpPr/>
          <p:nvPr/>
        </p:nvSpPr>
        <p:spPr>
          <a:xfrm>
            <a:off x="7452360" y="4160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 AND EDGE CASES</a:t>
            </a:r>
            <a:endParaRPr lang="en-US" sz="770" dirty="0"/>
          </a:p>
        </p:txBody>
      </p:sp>
      <p:sp>
        <p:nvSpPr>
          <p:cNvPr id="23" name="Text 20"/>
          <p:cNvSpPr/>
          <p:nvPr/>
        </p:nvSpPr>
        <p:spPr>
          <a:xfrm>
            <a:off x="7452360" y="45079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662672" y="4507992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Projection = MTD / elapsed days * days in month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452360" y="48097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662672" y="4809744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month uses final actual revenue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452360" y="5111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662672" y="5111496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month returns N/A, no division by zero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452360" y="54132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662672" y="5413248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Malaysia timezone: Asia/Kuala_Lumpur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452360" y="57150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662672" y="5715000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NaN or Infinity for missing target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C"/>
          </a:solidFill>
          <a:ln w="12700">
            <a:solidFill>
              <a:srgbClr val="F6FAF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5C">
              <a:alpha val="90000"/>
            </a:srgbClr>
          </a:solidFill>
          <a:ln w="12700">
            <a:solidFill>
              <a:srgbClr val="0B3D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C - Innovation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23544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Assessment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Recovery Advisor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target risk into a practical recovery plan.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18562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innovation?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3272" y="2331720"/>
            <a:ext cx="4544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Pace to Target shows whether the month is at risk.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3272" y="2715768"/>
            <a:ext cx="4544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Advisor explains what needs to happen next.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0998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3272" y="3099816"/>
            <a:ext cx="4544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converts the revenue gap into daily revenue and estimated order volume.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1856232"/>
            <a:ext cx="2103120" cy="438912"/>
          </a:xfrm>
          <a:prstGeom prst="rect">
            <a:avLst/>
          </a:prstGeom>
          <a:solidFill>
            <a:srgbClr val="0B3D5C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6062472" y="1929384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 output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092440" y="1856232"/>
            <a:ext cx="3337560" cy="438912"/>
          </a:xfrm>
          <a:prstGeom prst="rect">
            <a:avLst/>
          </a:prstGeom>
          <a:solidFill>
            <a:srgbClr val="0B3D5C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8165592" y="1929384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meaning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989320" y="2295144"/>
            <a:ext cx="2103120" cy="438912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6062472" y="2368296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gap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92440" y="2295144"/>
            <a:ext cx="3337560" cy="438912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8165592" y="2368296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 still needed to reach target.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89320" y="2734056"/>
            <a:ext cx="21031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6062472" y="2807208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remaining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92440" y="2734056"/>
            <a:ext cx="33375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8165592" y="280720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left in selected month.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89320" y="3172968"/>
            <a:ext cx="2103120" cy="438912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6062472" y="324612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daily revenue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092440" y="3172968"/>
            <a:ext cx="3337560" cy="438912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8165592" y="3246120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sales required to close gap.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89320" y="3611880"/>
            <a:ext cx="21031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6062472" y="3685032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orders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092440" y="3611880"/>
            <a:ext cx="33375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8165592" y="3685032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orders needed using current AOV.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89320" y="4050792"/>
            <a:ext cx="2103120" cy="438912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6062472" y="4123944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driver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092440" y="4050792"/>
            <a:ext cx="3337560" cy="438912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8165592" y="4123944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category and channel to prioritize.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22960" y="4983480"/>
            <a:ext cx="1060704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841248" y="52303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July action message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" y="5559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Approximately RM578.59 per day is required, equivalent to around 5 additional orders per day at the current average order value.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C"/>
          </a:solidFill>
          <a:ln w="12700">
            <a:solidFill>
              <a:srgbClr val="F6FAF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5C">
              <a:alpha val="90000"/>
            </a:srgbClr>
          </a:solidFill>
          <a:ln w="12700">
            <a:solidFill>
              <a:srgbClr val="0B3D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23544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Assessment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Files Changed and Test Coverage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were kept small and consistent with the existing codebase.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1828800"/>
            <a:ext cx="1828800" cy="502920"/>
          </a:xfrm>
          <a:prstGeom prst="rect">
            <a:avLst/>
          </a:prstGeom>
          <a:solidFill>
            <a:srgbClr val="0B3D5C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850392" y="190195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4983480" cy="502920"/>
          </a:xfrm>
          <a:prstGeom prst="rect">
            <a:avLst/>
          </a:prstGeom>
          <a:solidFill>
            <a:srgbClr val="0B3D5C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2679192" y="1901952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changed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777240" y="2331720"/>
            <a:ext cx="1828800" cy="502920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850392" y="240487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606040" y="2331720"/>
            <a:ext cx="4983480" cy="502920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2679192" y="2404872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db.py, sales/routes.py, requirements.txt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77240" y="2834640"/>
            <a:ext cx="18288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850392" y="290779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606040" y="2834640"/>
            <a:ext cx="49834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2679192" y="2907792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api.js, App.jsx, PaceToTarget.jsx, RecoveryAdvisor.jsx, styles.css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77240" y="3337560"/>
            <a:ext cx="1828800" cy="502920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850392" y="341071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606040" y="3337560"/>
            <a:ext cx="4983480" cy="502920"/>
          </a:xfrm>
          <a:prstGeom prst="rect">
            <a:avLst/>
          </a:prstGeom>
          <a:solidFill>
            <a:srgbClr val="F9FCFE"/>
          </a:solidFill>
          <a:ln w="508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2679192" y="3410712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FastAPI docs, endpoint JSON, invalid month checks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7818120" y="1874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CHECKS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7818120" y="22219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28432" y="2221992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/api/summary?month=2026-07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818120" y="25694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28432" y="2569464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/api/pace-to-target?month=2026-07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18120" y="29169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28432" y="2916936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/api/recovery-advisor?month=2026-07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18120" y="32644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28432" y="3264408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/api/recovery-advisor?month=2026-13 returns 422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18120" y="3749040"/>
            <a:ext cx="329184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7818120" y="3977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STRATEGY</a:t>
            </a:r>
            <a:endParaRPr lang="en-US" sz="770" dirty="0"/>
          </a:p>
        </p:txBody>
      </p:sp>
      <p:sp>
        <p:nvSpPr>
          <p:cNvPr id="35" name="Text 33"/>
          <p:cNvSpPr/>
          <p:nvPr/>
        </p:nvSpPr>
        <p:spPr>
          <a:xfrm>
            <a:off x="7818120" y="43251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028432" y="432511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fix/kpi-correctness for Part 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818120" y="4654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028432" y="465429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feat/pace-to-target for Part B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818120" y="49834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028432" y="498348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feat/innovation for Part C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818120" y="53126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028432" y="531266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32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Small, meaningful commits before merge to main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AFC"/>
          </a:solidFill>
          <a:ln w="12700">
            <a:solidFill>
              <a:srgbClr val="F6FAF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D5C">
              <a:alpha val="90000"/>
            </a:srgbClr>
          </a:solidFill>
          <a:ln w="12700">
            <a:solidFill>
              <a:srgbClr val="0B3D5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and Submission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235440" y="256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2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Assessment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25400" tIns="12700" rIns="25400" bIns="12700" rtlCol="0" anchor="ctr">
            <a:normAutofit/>
          </a:bodyPr>
          <a:lstStyle/>
          <a:p>
            <a:pPr algn="l"/>
            <a:r>
              <a:rPr sz="2800" b="1">
                <a:solidFill>
                  <a:srgbClr val="0F4058"/>
                </a:solidFill>
                <a:latin typeface="Aptos"/>
              </a:rPr>
              <a:t>AI-Assisted Workflow Summary</a:t>
            </a:r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9784080" cy="310896"/>
          </a:xfrm>
          <a:prstGeom prst="rect">
            <a:avLst/>
          </a:prstGeom>
          <a:noFill/>
          <a:ln/>
        </p:spPr>
        <p:txBody>
          <a:bodyPr wrap="square" lIns="25400" tIns="12700" rIns="25400" bIns="12700" rtlCol="0" anchor="ctr">
            <a:normAutofit/>
          </a:bodyPr>
          <a:lstStyle/>
          <a:p>
            <a:pPr algn="l"/>
            <a:r>
              <a:rPr sz="1200" b="0">
                <a:solidFill>
                  <a:srgbClr val="4F5E6F"/>
                </a:solidFill>
                <a:latin typeface="Aptos"/>
              </a:rPr>
              <a:t>Claude Code and GPT were used as support tools, while all outputs were reviewed and tested manually.</a:t>
            </a:r>
          </a:p>
        </p:txBody>
      </p:sp>
      <p:sp>
        <p:nvSpPr>
          <p:cNvPr id="24" name="Text 22"/>
          <p:cNvSpPr/>
          <p:nvPr/>
        </p:nvSpPr>
        <p:spPr>
          <a:xfrm>
            <a:off x="7818120" y="1874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7818120" y="22219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8028432" y="2221992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818120" y="26060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028432" y="2606040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8028432" y="2990088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7818120" y="33741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8028432" y="3374136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1234440" y="5431536"/>
            <a:ext cx="9509760" cy="320040"/>
          </a:xfrm>
          <a:prstGeom prst="rect">
            <a:avLst/>
          </a:prstGeom>
          <a:noFill/>
          <a:ln/>
        </p:spPr>
        <p:txBody>
          <a:bodyPr wrap="square" lIns="25400" tIns="12700" rIns="25400" bIns="12700" rtlCol="0" anchor="ctr">
            <a:normAutofit/>
          </a:bodyPr>
          <a:lstStyle/>
          <a:p>
            <a:pPr algn="ctr"/>
            <a:endParaRPr sz="1200" b="0" dirty="0">
              <a:solidFill>
                <a:srgbClr val="0F4058"/>
              </a:solidFill>
              <a:latin typeface="Aptos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666889"/>
              </p:ext>
            </p:extLst>
          </p:nvPr>
        </p:nvGraphicFramePr>
        <p:xfrm>
          <a:off x="2206691" y="2011914"/>
          <a:ext cx="7565257" cy="3541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8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596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Aptos"/>
                        </a:rPr>
                        <a:t>Part</a:t>
                      </a:r>
                    </a:p>
                  </a:txBody>
                  <a:tcPr marL="101600" marR="101600" marT="50800" marB="50800" anchor="ctr">
                    <a:solidFill>
                      <a:srgbClr val="0F4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Aptos"/>
                        </a:rPr>
                        <a:t>How it was used</a:t>
                      </a:r>
                    </a:p>
                  </a:txBody>
                  <a:tcPr marL="101600" marR="101600" marT="50800" marB="50800" anchor="ctr">
                    <a:solidFill>
                      <a:srgbClr val="0F4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756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0F4058"/>
                          </a:solidFill>
                          <a:latin typeface="Aptos"/>
                        </a:rPr>
                        <a:t>Part A</a:t>
                      </a:r>
                    </a:p>
                    <a:p>
                      <a:pPr algn="l"/>
                      <a:r>
                        <a:rPr sz="860" b="1">
                          <a:solidFill>
                            <a:srgbClr val="0F4058"/>
                          </a:solidFill>
                          <a:latin typeface="Aptos"/>
                        </a:rPr>
                        <a:t>Bug Fixing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0F4058"/>
                          </a:solidFill>
                          <a:latin typeface="Aptos"/>
                        </a:rPr>
                        <a:t>Claude Code and GPT helped identify KPI calculation issues, review backend logic, and confirm fixes before manual dashboard/API testing.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756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0F4058"/>
                          </a:solidFill>
                          <a:latin typeface="Aptos"/>
                        </a:rPr>
                        <a:t>Part B</a:t>
                      </a:r>
                    </a:p>
                    <a:p>
                      <a:pPr algn="l"/>
                      <a:r>
                        <a:rPr sz="860" b="1">
                          <a:solidFill>
                            <a:srgbClr val="0F4058"/>
                          </a:solidFill>
                          <a:latin typeface="Aptos"/>
                        </a:rPr>
                        <a:t>Pace to Target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 dirty="0">
                          <a:solidFill>
                            <a:srgbClr val="0F4058"/>
                          </a:solidFill>
                          <a:latin typeface="Aptos"/>
                        </a:rPr>
                        <a:t>Claude Code supported the initial backend/frontend implementation. GPT checked file compatibility, edge cases, and error handling.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756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0F4058"/>
                          </a:solidFill>
                          <a:latin typeface="Aptos"/>
                        </a:rPr>
                        <a:t>Part C</a:t>
                      </a:r>
                    </a:p>
                    <a:p>
                      <a:pPr algn="l"/>
                      <a:r>
                        <a:rPr sz="860" b="1">
                          <a:solidFill>
                            <a:srgbClr val="0F4058"/>
                          </a:solidFill>
                          <a:latin typeface="Aptos"/>
                        </a:rPr>
                        <a:t>Recovery Advisor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0F4058"/>
                          </a:solidFill>
                          <a:latin typeface="Aptos"/>
                        </a:rPr>
                        <a:t>Claude Code and GPT helped plan the recovery calculation, API endpoint, and dashboard component. The feature was tested with dashboard and API outputs.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756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0F4058"/>
                          </a:solidFill>
                          <a:latin typeface="Aptos"/>
                        </a:rPr>
                        <a:t>Part D</a:t>
                      </a:r>
                    </a:p>
                    <a:p>
                      <a:pPr algn="l"/>
                      <a:r>
                        <a:rPr sz="860" b="1">
                          <a:solidFill>
                            <a:srgbClr val="0F4058"/>
                          </a:solidFill>
                          <a:latin typeface="Aptos"/>
                        </a:rPr>
                        <a:t>Documentation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 dirty="0">
                          <a:solidFill>
                            <a:srgbClr val="0F4058"/>
                          </a:solidFill>
                          <a:latin typeface="Aptos"/>
                        </a:rPr>
                        <a:t>GPT </a:t>
                      </a:r>
                      <a:r>
                        <a:rPr sz="770" b="0" dirty="0" err="1">
                          <a:solidFill>
                            <a:srgbClr val="0F4058"/>
                          </a:solidFill>
                          <a:latin typeface="Aptos"/>
                        </a:rPr>
                        <a:t>organised</a:t>
                      </a:r>
                      <a:r>
                        <a:rPr sz="770" b="0" dirty="0">
                          <a:solidFill>
                            <a:srgbClr val="0F4058"/>
                          </a:solidFill>
                          <a:latin typeface="Aptos"/>
                        </a:rPr>
                        <a:t> findings, simplified explanations, prepared notes, and refined the slide structure. Claude supported coding explanations and implementation summaries.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851</Words>
  <Application>Microsoft Office PowerPoint</Application>
  <PresentationFormat>Widescreen</PresentationFormat>
  <Paragraphs>183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Technical Assessment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KPI Dashboard Technical Assessment</dc:title>
  <dc:subject>Technical assessment deck</dc:subject>
  <dc:creator>Nurina Damia Adzrin</dc:creator>
  <cp:lastModifiedBy>NURINA DAMIA BINTI ADZRIN</cp:lastModifiedBy>
  <cp:revision>2</cp:revision>
  <dcterms:created xsi:type="dcterms:W3CDTF">2026-07-21T19:59:05Z</dcterms:created>
  <dcterms:modified xsi:type="dcterms:W3CDTF">2026-07-21T21:10:44Z</dcterms:modified>
</cp:coreProperties>
</file>